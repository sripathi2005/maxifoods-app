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5" r:id="rId4"/>
    <p:sldId id="259" r:id="rId5"/>
    <p:sldId id="261" r:id="rId6"/>
    <p:sldId id="282" r:id="rId7"/>
    <p:sldId id="281" r:id="rId8"/>
    <p:sldId id="260" r:id="rId9"/>
    <p:sldId id="272" r:id="rId10"/>
    <p:sldId id="279" r:id="rId11"/>
    <p:sldId id="263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14FE4A-0E88-4329-84EA-09E2A98FA1E1}" v="3" dt="2026-08-20T05:28:29.1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2" y="22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a kethireddy" userId="ffb9f5d966fbcce8" providerId="LiveId" clId="{B273E285-0355-4014-AE82-341DD6BE96B6}"/>
    <pc:docChg chg="custSel addSld delSld modSld">
      <pc:chgData name="harshitha kethireddy" userId="ffb9f5d966fbcce8" providerId="LiveId" clId="{B273E285-0355-4014-AE82-341DD6BE96B6}" dt="2026-08-20T05:31:42.827" v="34" actId="20577"/>
      <pc:docMkLst>
        <pc:docMk/>
      </pc:docMkLst>
      <pc:sldChg chg="addSp delSp modSp add mod">
        <pc:chgData name="harshitha kethireddy" userId="ffb9f5d966fbcce8" providerId="LiveId" clId="{B273E285-0355-4014-AE82-341DD6BE96B6}" dt="2026-08-20T05:31:42.827" v="34" actId="20577"/>
        <pc:sldMkLst>
          <pc:docMk/>
          <pc:sldMk cId="7234067" sldId="282"/>
        </pc:sldMkLst>
        <pc:spChg chg="mod">
          <ac:chgData name="harshitha kethireddy" userId="ffb9f5d966fbcce8" providerId="LiveId" clId="{B273E285-0355-4014-AE82-341DD6BE96B6}" dt="2026-08-20T05:31:42.827" v="34" actId="20577"/>
          <ac:spMkLst>
            <pc:docMk/>
            <pc:sldMk cId="7234067" sldId="282"/>
            <ac:spMk id="2" creationId="{C51E32BD-B0FD-2DB0-E9F0-2AD11CC7D2F7}"/>
          </ac:spMkLst>
        </pc:spChg>
        <pc:spChg chg="add del mod">
          <ac:chgData name="harshitha kethireddy" userId="ffb9f5d966fbcce8" providerId="LiveId" clId="{B273E285-0355-4014-AE82-341DD6BE96B6}" dt="2026-08-20T05:28:24.394" v="2" actId="478"/>
          <ac:spMkLst>
            <pc:docMk/>
            <pc:sldMk cId="7234067" sldId="282"/>
            <ac:spMk id="6" creationId="{2402198C-DDA9-40B4-8F6B-23100A297AE0}"/>
          </ac:spMkLst>
        </pc:spChg>
        <pc:picChg chg="del">
          <ac:chgData name="harshitha kethireddy" userId="ffb9f5d966fbcce8" providerId="LiveId" clId="{B273E285-0355-4014-AE82-341DD6BE96B6}" dt="2026-08-20T05:28:22.325" v="1" actId="478"/>
          <ac:picMkLst>
            <pc:docMk/>
            <pc:sldMk cId="7234067" sldId="282"/>
            <ac:picMk id="8" creationId="{74EF617F-8767-EA91-24FF-6AB94152E9B1}"/>
          </ac:picMkLst>
        </pc:picChg>
        <pc:picChg chg="add mod">
          <ac:chgData name="harshitha kethireddy" userId="ffb9f5d966fbcce8" providerId="LiveId" clId="{B273E285-0355-4014-AE82-341DD6BE96B6}" dt="2026-08-20T05:31:03.984" v="30" actId="1076"/>
          <ac:picMkLst>
            <pc:docMk/>
            <pc:sldMk cId="7234067" sldId="282"/>
            <ac:picMk id="9" creationId="{0FEDD1D8-F3B7-0A8F-1A3D-A30B8676396A}"/>
          </ac:picMkLst>
        </pc:picChg>
        <pc:picChg chg="add mod">
          <ac:chgData name="harshitha kethireddy" userId="ffb9f5d966fbcce8" providerId="LiveId" clId="{B273E285-0355-4014-AE82-341DD6BE96B6}" dt="2026-08-20T05:31:08.298" v="31" actId="1076"/>
          <ac:picMkLst>
            <pc:docMk/>
            <pc:sldMk cId="7234067" sldId="282"/>
            <ac:picMk id="11" creationId="{E6C2BFC5-FEA7-C32F-5969-BC21D17F678A}"/>
          </ac:picMkLst>
        </pc:picChg>
        <pc:picChg chg="add mod">
          <ac:chgData name="harshitha kethireddy" userId="ffb9f5d966fbcce8" providerId="LiveId" clId="{B273E285-0355-4014-AE82-341DD6BE96B6}" dt="2026-08-20T05:30:51.347" v="28" actId="14100"/>
          <ac:picMkLst>
            <pc:docMk/>
            <pc:sldMk cId="7234067" sldId="282"/>
            <ac:picMk id="13" creationId="{C0732229-B7E8-254F-162D-AAA510E28902}"/>
          </ac:picMkLst>
        </pc:picChg>
        <pc:picChg chg="add mod">
          <ac:chgData name="harshitha kethireddy" userId="ffb9f5d966fbcce8" providerId="LiveId" clId="{B273E285-0355-4014-AE82-341DD6BE96B6}" dt="2026-08-20T05:30:02.406" v="15" actId="1076"/>
          <ac:picMkLst>
            <pc:docMk/>
            <pc:sldMk cId="7234067" sldId="282"/>
            <ac:picMk id="15" creationId="{4B68A774-1174-A65C-B0B8-45A2E79D9BFB}"/>
          </ac:picMkLst>
        </pc:picChg>
      </pc:sldChg>
      <pc:sldChg chg="add del">
        <pc:chgData name="harshitha kethireddy" userId="ffb9f5d966fbcce8" providerId="LiveId" clId="{B273E285-0355-4014-AE82-341DD6BE96B6}" dt="2026-08-20T05:28:29.168" v="4"/>
        <pc:sldMkLst>
          <pc:docMk/>
          <pc:sldMk cId="3634926834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93FF3-C7E2-4F5F-AA01-0A06F93913F6}" type="datetimeFigureOut">
              <a:rPr lang="en-SG" smtClean="0"/>
              <a:t>20/8/2026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BE13FC-972D-4221-949D-672951BB1C0A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90372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0DD4-4954-4011-B22B-3B4033FBDD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89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E13FC-972D-4221-949D-672951BB1C0A}" type="slidenum">
              <a:rPr lang="en-SG" smtClean="0"/>
              <a:t>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26082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E13FC-972D-4221-949D-672951BB1C0A}" type="slidenum">
              <a:rPr lang="en-SG" smtClean="0"/>
              <a:t>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46407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E13FC-972D-4221-949D-672951BB1C0A}" type="slidenum">
              <a:rPr lang="en-SG" smtClean="0"/>
              <a:t>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29998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E13FC-972D-4221-949D-672951BB1C0A}" type="slidenum">
              <a:rPr lang="en-SG" smtClean="0"/>
              <a:t>10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00631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6922" y="3178185"/>
            <a:ext cx="11067060" cy="177501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Food-Delivery Time Reliability Analysis Using Normal and Exponential Distributions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844547-66B0-47FD-B012-82E67AC5BC8C}"/>
              </a:ext>
            </a:extLst>
          </p:cNvPr>
          <p:cNvSpPr/>
          <p:nvPr/>
        </p:nvSpPr>
        <p:spPr>
          <a:xfrm>
            <a:off x="8452267" y="4833842"/>
            <a:ext cx="6096000" cy="17045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</a:p>
          <a:p>
            <a:pPr>
              <a:lnSpc>
                <a:spcPct val="150000"/>
              </a:lnSpc>
            </a:pPr>
            <a:r>
              <a:rPr lang="en-S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Sravanthi (192311272)</a:t>
            </a:r>
          </a:p>
          <a:p>
            <a:pPr>
              <a:lnSpc>
                <a:spcPct val="150000"/>
              </a:lnSpc>
            </a:pPr>
            <a:r>
              <a:rPr lang="en-S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Satya Hyndavi(192311178)</a:t>
            </a:r>
          </a:p>
          <a:p>
            <a:pPr>
              <a:lnSpc>
                <a:spcPct val="150000"/>
              </a:lnSpc>
            </a:pPr>
            <a:r>
              <a:rPr lang="en-S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Harshitha(192311309)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5B9E14-5117-498A-9169-B70E0D00487D}"/>
              </a:ext>
            </a:extLst>
          </p:cNvPr>
          <p:cNvSpPr/>
          <p:nvPr/>
        </p:nvSpPr>
        <p:spPr>
          <a:xfrm>
            <a:off x="387398" y="5062904"/>
            <a:ext cx="6096000" cy="87357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</a:t>
            </a:r>
            <a:endParaRPr lang="en-US" dirty="0"/>
          </a:p>
          <a:p>
            <a:pPr lvl="0" defTabSz="91440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V. </a:t>
            </a:r>
            <a:r>
              <a:rPr lang="en-US" kern="0" dirty="0" err="1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SelvaKumar</a:t>
            </a:r>
            <a:endParaRPr lang="en-US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10" name="Google Shape;88;p13" descr="SSE-Computer Science and Engineering">
            <a:extLst>
              <a:ext uri="{FF2B5EF4-FFF2-40B4-BE49-F238E27FC236}">
                <a16:creationId xmlns:a16="http://schemas.microsoft.com/office/drawing/2014/main" id="{9523169B-5DA5-449A-AD3D-16A35FD2DAE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8936" y="515586"/>
            <a:ext cx="10554849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89CAFB3-503A-4EBB-BFD4-9D5230FC2835}"/>
              </a:ext>
            </a:extLst>
          </p:cNvPr>
          <p:cNvSpPr/>
          <p:nvPr/>
        </p:nvSpPr>
        <p:spPr>
          <a:xfrm>
            <a:off x="3716052" y="1945852"/>
            <a:ext cx="475989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b="1" dirty="0">
                <a:latin typeface="Times New Roman"/>
                <a:ea typeface="Times New Roman"/>
                <a:cs typeface="Times New Roman"/>
                <a:sym typeface="Times New Roman"/>
              </a:rPr>
              <a:t>Capstone Project Presentation </a:t>
            </a:r>
            <a:endParaRPr lang="en-US" sz="2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6C69B4-ABE5-4B7D-BCB7-E37B4CA557F7}"/>
              </a:ext>
            </a:extLst>
          </p:cNvPr>
          <p:cNvSpPr/>
          <p:nvPr/>
        </p:nvSpPr>
        <p:spPr>
          <a:xfrm>
            <a:off x="2949241" y="2774319"/>
            <a:ext cx="567988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UBA0904 – Probability and Statistics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1558"/>
            <a:ext cx="109728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697" y="47067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3F5620E0-EBA5-456E-851F-19C81EF4A0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9697" y="1625779"/>
            <a:ext cx="11676382" cy="4690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265113" algn="just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</a:t>
            </a:r>
            <a:endParaRPr lang="en-US" altLang="en-US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food delivery has become an important part of modern life, where customers expect their orders to arrive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quickly and reliably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However, delivery times can vary due to factors such as traffic, distance, weather, restaurant preparation time, and delivery delays.</a:t>
            </a:r>
          </a:p>
          <a:p>
            <a:pPr marL="0" lvl="0" indent="265113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food-delivery times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statistical probability distributions.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the variation in delivery times.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 Distribution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waiting and delay times.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on-time and delayed deliveries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and performance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food-delivery services.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delivery-time patterns and support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delivery planning and customer satisfaction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F45FA-B953-0F67-7A81-5DF808307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1BC6-4C1E-67E6-DA80-0D68096B4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55" y="93184"/>
            <a:ext cx="10972800" cy="11430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888849-0F43-C174-816A-D5377BFE418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2694" y="69248"/>
            <a:ext cx="1048462" cy="1080822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4A3990-D055-F9F9-F255-44DFF2035D6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59821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987AA06-0958-B960-86B2-D1ACF47C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4169" y="1166757"/>
            <a:ext cx="11853475" cy="516009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Goals</a:t>
            </a:r>
          </a:p>
          <a:p>
            <a:pPr marL="803275" indent="-265113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study the distribution of food-delivery times.</a:t>
            </a:r>
          </a:p>
          <a:p>
            <a:pPr marL="803275" indent="-265113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estimate the probability of on-time and delayed deliveries.</a:t>
            </a:r>
          </a:p>
          <a:p>
            <a:pPr marL="803275" indent="-265113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Normal and Exponential Distributions to real-world delivery data.</a:t>
            </a:r>
          </a:p>
          <a:p>
            <a:pPr marL="803275" indent="-265113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measure the reliability of delivery times.</a:t>
            </a:r>
          </a:p>
          <a:p>
            <a:pPr marL="538162" indent="0">
              <a:spcBef>
                <a:spcPts val="600"/>
              </a:spcBef>
              <a:buNone/>
            </a:pP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</a:t>
            </a:r>
          </a:p>
          <a:p>
            <a:pPr marL="881062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food deliveries may be delayed due to traffic, distance, and preparation time. These variations can affect customer satisfaction.</a:t>
            </a:r>
          </a:p>
          <a:p>
            <a:pPr marL="881062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delivery times using Normal and Exponential Distributions to predict delays and measure delivery reliability.</a:t>
            </a:r>
          </a:p>
          <a:p>
            <a:pPr marL="538162" indent="0" algn="just">
              <a:spcBef>
                <a:spcPts val="600"/>
              </a:spcBef>
              <a:buNone/>
            </a:pP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1062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average food-delivery time and its variation.</a:t>
            </a:r>
          </a:p>
          <a:p>
            <a:pPr marL="881062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delivery-time patterns using Normal Distribution.</a:t>
            </a:r>
          </a:p>
          <a:p>
            <a:pPr marL="881062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waiting and delay times using Exponential Distribution.</a:t>
            </a:r>
          </a:p>
        </p:txBody>
      </p:sp>
    </p:spTree>
    <p:extLst>
      <p:ext uri="{BB962C8B-B14F-4D97-AF65-F5344CB8AC3E}">
        <p14:creationId xmlns:p14="http://schemas.microsoft.com/office/powerpoint/2010/main" val="93930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352" y="107268"/>
            <a:ext cx="109728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0095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7988AC9B-EF77-4453-A5E7-1DD21FD11C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9848100"/>
              </p:ext>
            </p:extLst>
          </p:nvPr>
        </p:nvGraphicFramePr>
        <p:xfrm>
          <a:off x="169682" y="1342884"/>
          <a:ext cx="11864661" cy="5463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52">
                  <a:extLst>
                    <a:ext uri="{9D8B030D-6E8A-4147-A177-3AD203B41FA5}">
                      <a16:colId xmlns:a16="http://schemas.microsoft.com/office/drawing/2014/main" val="475391290"/>
                    </a:ext>
                  </a:extLst>
                </a:gridCol>
                <a:gridCol w="2916199">
                  <a:extLst>
                    <a:ext uri="{9D8B030D-6E8A-4147-A177-3AD203B41FA5}">
                      <a16:colId xmlns:a16="http://schemas.microsoft.com/office/drawing/2014/main" val="2863669948"/>
                    </a:ext>
                  </a:extLst>
                </a:gridCol>
                <a:gridCol w="2224104">
                  <a:extLst>
                    <a:ext uri="{9D8B030D-6E8A-4147-A177-3AD203B41FA5}">
                      <a16:colId xmlns:a16="http://schemas.microsoft.com/office/drawing/2014/main" val="102336765"/>
                    </a:ext>
                  </a:extLst>
                </a:gridCol>
                <a:gridCol w="1977502">
                  <a:extLst>
                    <a:ext uri="{9D8B030D-6E8A-4147-A177-3AD203B41FA5}">
                      <a16:colId xmlns:a16="http://schemas.microsoft.com/office/drawing/2014/main" val="3839301724"/>
                    </a:ext>
                  </a:extLst>
                </a:gridCol>
                <a:gridCol w="1977502">
                  <a:extLst>
                    <a:ext uri="{9D8B030D-6E8A-4147-A177-3AD203B41FA5}">
                      <a16:colId xmlns:a16="http://schemas.microsoft.com/office/drawing/2014/main" val="5730697"/>
                    </a:ext>
                  </a:extLst>
                </a:gridCol>
                <a:gridCol w="1977502">
                  <a:extLst>
                    <a:ext uri="{9D8B030D-6E8A-4147-A177-3AD203B41FA5}">
                      <a16:colId xmlns:a16="http://schemas.microsoft.com/office/drawing/2014/main" val="1112304210"/>
                    </a:ext>
                  </a:extLst>
                </a:gridCol>
              </a:tblGrid>
              <a:tr h="776895">
                <a:tc>
                  <a:txBody>
                    <a:bodyPr/>
                    <a:lstStyle/>
                    <a:p>
                      <a:r>
                        <a:rPr lang="en-SG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</a:t>
                      </a:r>
                    </a:p>
                    <a:p>
                      <a:r>
                        <a:rPr lang="en-SG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268747"/>
                  </a:ext>
                </a:extLst>
              </a:tr>
              <a:tr h="932274">
                <a:tc>
                  <a:txBody>
                    <a:bodyPr/>
                    <a:lstStyle/>
                    <a:p>
                      <a:r>
                        <a:rPr lang="en-SG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Analysis of Food Delivery Times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Kumar et al.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identify delivery-time patterns and variations.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reliable delivery-time data.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Analysis, Python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737273"/>
                  </a:ext>
                </a:extLst>
              </a:tr>
              <a:tr h="790116">
                <a:tc>
                  <a:txBody>
                    <a:bodyPr/>
                    <a:lstStyle/>
                    <a:p>
                      <a:r>
                        <a:rPr lang="en-SG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Modeling Delivery Times Using Probability Distributions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Sharma, A. Singh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Useful for predicting delivery-time probabilities.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depends on the selected distribution.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Probability Distribution, Python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957654"/>
                  </a:ext>
                </a:extLst>
              </a:tr>
              <a:tr h="932274">
                <a:tc>
                  <a:txBody>
                    <a:bodyPr/>
                    <a:lstStyle/>
                    <a:p>
                      <a:r>
                        <a:rPr lang="en-SG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of Normal Distribution in Delivery Time Analysis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Patel et al.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Effectively analyzes average delivery times and variations.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not accurately represent extreme delays.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 Distribution, Statistics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2101471"/>
                  </a:ext>
                </a:extLst>
              </a:tr>
              <a:tr h="932274">
                <a:tc>
                  <a:txBody>
                    <a:bodyPr/>
                    <a:lstStyle/>
                    <a:p>
                      <a:r>
                        <a:rPr lang="en-SG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Exponential Distribution for Waiting Time Analysis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Das, K. Roy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analyzing waiting and delay times.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Assumes a constant event rate.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Exponential Distribution, Statistics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510555"/>
                  </a:ext>
                </a:extLst>
              </a:tr>
              <a:tr h="932596">
                <a:tc>
                  <a:txBody>
                    <a:bodyPr/>
                    <a:lstStyle/>
                    <a:p>
                      <a:r>
                        <a:rPr lang="en-SG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Reliability Analysis of Online Delivery Services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Gupta, R. Verma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measure service reliability and identify delays.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 depend on the quality and size of the dataset.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Pandas, Matplotlib, Statistical Analysis</a:t>
                      </a:r>
                      <a:endParaRPr lang="en-SG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3704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4211"/>
            <a:ext cx="10972800" cy="11430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74754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61953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81B6F64-3A74-4F9C-8874-1EA70AF1F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045616" y="1269470"/>
            <a:ext cx="8246134" cy="5140758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ED492-9B41-3DD3-ABCF-C731C2FC0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E32BD-B0FD-2DB0-E9F0-2AD11CC7D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4211"/>
            <a:ext cx="109728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FBBD89-7995-793B-BBFB-388F6A1981B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74754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A21A25-79E3-475A-BC84-9CB9C04D11E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61953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EDD1D8-F3B7-0A8F-1A3D-A30B86763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28" y="1937423"/>
            <a:ext cx="2934109" cy="41259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C2BFC5-FEA7-C32F-5969-BC21D17F6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3407" y="1545538"/>
            <a:ext cx="2934109" cy="26276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732229-B7E8-254F-162D-AAA510E289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3407" y="4481549"/>
            <a:ext cx="3061332" cy="21243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68A774-1174-A65C-B0B8-45A2E79D9B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3679" y="1404837"/>
            <a:ext cx="4353750" cy="500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1510"/>
            <a:ext cx="109728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Modules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950" y="2208950"/>
            <a:ext cx="11595336" cy="3943043"/>
          </a:xfrm>
        </p:spPr>
        <p:txBody>
          <a:bodyPr>
            <a:noAutofit/>
          </a:bodyPr>
          <a:lstStyle/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Food-Delivery Data Collection &amp; Preprocessing</a:t>
            </a:r>
          </a:p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 Analysis</a:t>
            </a:r>
          </a:p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Exponential Distribution &amp; Reliability Analysis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068" y="0"/>
            <a:ext cx="9092855" cy="1912884"/>
          </a:xfrm>
        </p:spPr>
        <p:txBody>
          <a:bodyPr>
            <a:normAutofit/>
          </a:bodyPr>
          <a:lstStyle/>
          <a:p>
            <a:r>
              <a:rPr lang="en-US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Food-Delivery Data Collection &amp; Preprocessing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376" y="1991388"/>
            <a:ext cx="11156241" cy="4528071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food-delivery time data from different orders.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important details such as Order ID, delivery time, distance, and delivery status.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missing, duplicate, or incorrect data.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the data into a structured dataset.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basic statistical values: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cleaned dataset for probability analysis. </a:t>
            </a: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469" y="224567"/>
            <a:ext cx="8912773" cy="1868917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 Analysis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9AEEE14-93BC-4857-9A18-D03558425740}"/>
              </a:ext>
            </a:extLst>
          </p:cNvPr>
          <p:cNvSpPr/>
          <p:nvPr/>
        </p:nvSpPr>
        <p:spPr>
          <a:xfrm>
            <a:off x="206522" y="1845957"/>
            <a:ext cx="10047889" cy="4602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Normal Distribution to study the overall pattern of delivery times.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mean (μ) and standard deviation (σ).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probability of deliveries occurring: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the expected time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the expected time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expected time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normal delivery-time range.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bell-curve graph to visualize delivery times.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the percentage of on-time deliveries.</a:t>
            </a:r>
          </a:p>
        </p:txBody>
      </p:sp>
    </p:spTree>
    <p:extLst>
      <p:ext uri="{BB962C8B-B14F-4D97-AF65-F5344CB8AC3E}">
        <p14:creationId xmlns:p14="http://schemas.microsoft.com/office/powerpoint/2010/main" val="958048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5791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Exponential Distribution &amp; 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Analysis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74754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74754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FD3985-1581-4B26-9B34-BEFE8EFD3FA7}"/>
              </a:ext>
            </a:extLst>
          </p:cNvPr>
          <p:cNvSpPr/>
          <p:nvPr/>
        </p:nvSpPr>
        <p:spPr>
          <a:xfrm>
            <a:off x="163398" y="2126192"/>
            <a:ext cx="10545452" cy="4094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Exponential Distribution to analyze delivery waiting and delay times.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rate parameter (λ).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probability that a delivery takes more than a specified time.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likelihood of long delivery delays.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results obtained from Normal and Exponential Distributions.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delivery reliability percentage.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whether the delivery service is reliable or requires improvement.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the final results using graphs, charts, and tables.</a:t>
            </a:r>
          </a:p>
        </p:txBody>
      </p:sp>
    </p:spTree>
    <p:extLst>
      <p:ext uri="{BB962C8B-B14F-4D97-AF65-F5344CB8AC3E}">
        <p14:creationId xmlns:p14="http://schemas.microsoft.com/office/powerpoint/2010/main" val="4227765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5784"/>
            <a:ext cx="109728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45062"/>
            <a:ext cx="12192000" cy="465783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average delivery time was approximately 34 minutes.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deliveries were completed within the 25–45 minute range.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standard deviation was approximately 5.71 minutes, showing moderate variation.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 helps identify the expected delivery-time range.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Exponential Distribution helps analyze waiting and delay probabilities.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shows that most deliveries are reasonably reliable, while some orders may experience delays.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results can help improve delivery planning and customer satisfaction.</a:t>
            </a:r>
            <a:endParaRPr lang="en-US" sz="22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378" y="1980604"/>
            <a:ext cx="11811244" cy="416441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larger and real-time delivery datasets for better accuracy.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factors such as traffic, weather, distance, and restaurant preparation time.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delivery-time prediction system.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delay alerts to customers and delivery partners.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route planning to reduce delivery time and delays.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analyze delivery performance across different locations and time periods.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05" y="2057399"/>
            <a:ext cx="11669823" cy="452596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analyzes food-delivery times using Normal and Exponential Distributions.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 helps understand the overall pattern and variation in delivery times.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 Distribution helps analyze waiting and delay probabilities.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helps measure delivery-time reliability.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can support better delivery planning, efficiency, and customer satisfaction.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07543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539" y="1668815"/>
            <a:ext cx="11748941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S. M. Ross,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First Course in Probability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10th ed. Hoboken, NJ, USA: Pearson, 2026.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R. E. Walpole, R. H. Myers, S. L. Myers, and K. Ye,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&amp; Statistics for Engineers and Scientists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9th ed. Boston, MA, USA: Pearson, 2012.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D. C. Montgomery and G. C.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Runger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Statistics and Probability for Engineers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7th ed. Hoboken, NJ, USA: Wiley, 2018.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B.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Illowsky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S. Dean,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Introductory Statistics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Houston, TX, USA: OpenStax, 2013.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F.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Pedregosa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-learn: Machine learning in Python,”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Mach. Learn. Res.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pp. 2825–2830, 2011.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Python Software Foundation, “Python 3 Documentation,” Python Software Foundation, 2024.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23461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07543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87C650-70B0-4125-990B-276002EBDC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608" y="980177"/>
            <a:ext cx="5854046" cy="46731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1751</TotalTime>
  <Words>1117</Words>
  <Application>Microsoft Office PowerPoint</Application>
  <PresentationFormat>Widescreen</PresentationFormat>
  <Paragraphs>139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Online Food-Delivery Time Reliability Analysis Using Normal and Exponential Distributions</vt:lpstr>
      <vt:lpstr>Introduction</vt:lpstr>
      <vt:lpstr>Objectives</vt:lpstr>
      <vt:lpstr>Literature Review </vt:lpstr>
      <vt:lpstr>System Architecture</vt:lpstr>
      <vt:lpstr>Data Set</vt:lpstr>
      <vt:lpstr>List of Modules</vt:lpstr>
      <vt:lpstr>Module 1 : Food-Delivery Data Collection &amp; Preprocessing</vt:lpstr>
      <vt:lpstr>Module 2: Normal Distribution Analysis</vt:lpstr>
      <vt:lpstr>Module 3: Exponential Distribution &amp;  Reliability Analysis</vt:lpstr>
      <vt:lpstr>Results &amp; Discussion</vt:lpstr>
      <vt:lpstr>Future Scope</vt:lpstr>
      <vt:lpstr>Conclusion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harshitha kethireddy</cp:lastModifiedBy>
  <cp:revision>57</cp:revision>
  <dcterms:created xsi:type="dcterms:W3CDTF">2013-01-27T09:14:16Z</dcterms:created>
  <dcterms:modified xsi:type="dcterms:W3CDTF">2026-08-20T05:31:50Z</dcterms:modified>
  <cp:category/>
</cp:coreProperties>
</file>